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87" r:id="rId3"/>
    <p:sldId id="288" r:id="rId4"/>
    <p:sldId id="289" r:id="rId5"/>
    <p:sldId id="28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FC493F-6F01-49B3-81A4-72AF5D27EE4F}">
          <p14:sldIdLst>
            <p14:sldId id="264"/>
            <p14:sldId id="287"/>
            <p14:sldId id="288"/>
            <p14:sldId id="289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228E-7DFE-4411-97DD-C1017C8BEF9D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72BF-3C06-4F76-9253-281A41205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228E-7DFE-4411-97DD-C1017C8BEF9D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72BF-3C06-4F76-9253-281A41205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228E-7DFE-4411-97DD-C1017C8BEF9D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72BF-3C06-4F76-9253-281A41205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228E-7DFE-4411-97DD-C1017C8BEF9D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72BF-3C06-4F76-9253-281A41205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228E-7DFE-4411-97DD-C1017C8BEF9D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72BF-3C06-4F76-9253-281A41205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228E-7DFE-4411-97DD-C1017C8BEF9D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72BF-3C06-4F76-9253-281A41205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228E-7DFE-4411-97DD-C1017C8BEF9D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72BF-3C06-4F76-9253-281A41205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228E-7DFE-4411-97DD-C1017C8BEF9D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72BF-3C06-4F76-9253-281A41205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228E-7DFE-4411-97DD-C1017C8BEF9D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72BF-3C06-4F76-9253-281A41205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228E-7DFE-4411-97DD-C1017C8BEF9D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72BF-3C06-4F76-9253-281A41205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228E-7DFE-4411-97DD-C1017C8BEF9D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72BF-3C06-4F76-9253-281A41205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2228E-7DFE-4411-97DD-C1017C8BEF9D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F72BF-3C06-4F76-9253-281A41205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050904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CC32B37-D353-BA93-E7D2-5CD33DC6F9D9}"/>
              </a:ext>
            </a:extLst>
          </p:cNvPr>
          <p:cNvSpPr txBox="1">
            <a:spLocks/>
          </p:cNvSpPr>
          <p:nvPr/>
        </p:nvSpPr>
        <p:spPr>
          <a:xfrm>
            <a:off x="107504" y="2071678"/>
            <a:ext cx="8250710" cy="4669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stellar" panose="020A0402060406010301" pitchFamily="18" charset="0"/>
                <a:ea typeface="+mn-ea"/>
                <a:cs typeface="Times New Roman" panose="02020603050405020304" pitchFamily="18" charset="0"/>
              </a:rPr>
              <a:t>CDAC [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Centre for Development of Advance Computing , India 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Performance Testing Tool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								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E6A49-91E8-9C54-B99D-061ABA4E7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487529"/>
            <a:ext cx="1398563" cy="897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844396-C2DC-AA89-CB64-A2BA94E7DC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5322"/>
            <a:ext cx="5108610" cy="12144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56B388-D8D8-BD3B-DE23-0B5D16B9E86A}"/>
              </a:ext>
            </a:extLst>
          </p:cNvPr>
          <p:cNvSpPr/>
          <p:nvPr/>
        </p:nvSpPr>
        <p:spPr>
          <a:xfrm>
            <a:off x="456600" y="4412987"/>
            <a:ext cx="6953944" cy="21456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Vishvjeet Singh Chauhan  [2509401147008]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&amp;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Ambhore Manoj Baliram  [2509401147002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Ms. Gita Gosavi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CE31-20CB-5874-DAB5-9E153655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483568"/>
          </a:xfrm>
        </p:spPr>
        <p:txBody>
          <a:bodyPr>
            <a:noAutofit/>
          </a:bodyPr>
          <a:lstStyle/>
          <a:p>
            <a:r>
              <a:rPr lang="en-US" sz="2800" b="1" dirty="0"/>
              <a:t>Performance Testing of User (Thread) Exam load Workflow in ePariksha online exam platform Using JMeter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6F6BE-5319-3A80-177A-AA0BAB370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Scenario 1:</a:t>
            </a:r>
          </a:p>
          <a:p>
            <a:r>
              <a:rPr lang="en-US" dirty="0"/>
              <a:t>Student Login → Logout</a:t>
            </a:r>
          </a:p>
          <a:p>
            <a:r>
              <a:rPr lang="en-US" dirty="0"/>
              <a:t>Scenario 2:</a:t>
            </a:r>
          </a:p>
          <a:p>
            <a:r>
              <a:rPr lang="en-US" dirty="0"/>
              <a:t>Student Login → Give Exam → Logout</a:t>
            </a:r>
          </a:p>
          <a:p>
            <a:r>
              <a:rPr lang="en-US" dirty="0"/>
              <a:t>Purpose:</a:t>
            </a:r>
          </a:p>
          <a:p>
            <a:r>
              <a:rPr lang="en-US" dirty="0"/>
              <a:t>Demonstrate basic student load workflow in JMeter</a:t>
            </a:r>
          </a:p>
          <a:p>
            <a:r>
              <a:rPr lang="en-US" dirty="0"/>
              <a:t>Show how students interact with the system with JMeter</a:t>
            </a:r>
          </a:p>
          <a:p>
            <a:r>
              <a:rPr lang="en-US" dirty="0"/>
              <a:t>Validate login, exam, and logout functionality in JMeter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8178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9628-EE53-C0BF-AC4D-14D457ECC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: Load Increase in JMeter for Student Workflows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4BB22-B0A4-705F-F5E9-595B9C2BA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Load Pattern (Thread Groups)</a:t>
            </a:r>
          </a:p>
          <a:p>
            <a:r>
              <a:rPr lang="en-US" dirty="0"/>
              <a:t>1) 100 Students (Initial Load)</a:t>
            </a:r>
          </a:p>
          <a:p>
            <a:r>
              <a:rPr lang="en-US" dirty="0"/>
              <a:t>100 virtual users perform:</a:t>
            </a:r>
          </a:p>
          <a:p>
            <a:r>
              <a:rPr lang="en-US" dirty="0"/>
              <a:t>Purpose: Validate basic stability under light load</a:t>
            </a:r>
          </a:p>
          <a:p>
            <a:r>
              <a:rPr lang="en-US" dirty="0"/>
              <a:t>2) 300 Students (Medium Load)</a:t>
            </a:r>
          </a:p>
          <a:p>
            <a:r>
              <a:rPr lang="en-US" dirty="0"/>
              <a:t>300 virtual users repeat both scenarios</a:t>
            </a:r>
          </a:p>
          <a:p>
            <a:r>
              <a:rPr lang="en-US" dirty="0"/>
              <a:t>Purpose: Measure system behavior under moderate traffic</a:t>
            </a:r>
          </a:p>
          <a:p>
            <a:r>
              <a:rPr lang="en-US" dirty="0"/>
              <a:t>Checks:</a:t>
            </a:r>
          </a:p>
          <a:p>
            <a:r>
              <a:rPr lang="en-US" dirty="0"/>
              <a:t>Response time increase</a:t>
            </a:r>
          </a:p>
          <a:p>
            <a:r>
              <a:rPr lang="en-US" dirty="0"/>
              <a:t>Server CPU/memory usage</a:t>
            </a:r>
          </a:p>
          <a:p>
            <a:r>
              <a:rPr lang="en-US" dirty="0"/>
              <a:t>Error rate trends</a:t>
            </a:r>
          </a:p>
          <a:p>
            <a:r>
              <a:rPr lang="en-US" dirty="0"/>
              <a:t>3) At 500 Users (Threads ) </a:t>
            </a:r>
          </a:p>
          <a:p>
            <a:r>
              <a:rPr lang="en-US" dirty="0"/>
              <a:t>Response time increased significantly</a:t>
            </a:r>
          </a:p>
          <a:p>
            <a:r>
              <a:rPr lang="en-US" dirty="0"/>
              <a:t>Some errors appeared</a:t>
            </a:r>
          </a:p>
          <a:p>
            <a:r>
              <a:rPr lang="en-US" dirty="0"/>
              <a:t>Server reached near capacity</a:t>
            </a:r>
          </a:p>
          <a:p>
            <a:r>
              <a:rPr lang="en-US" dirty="0"/>
              <a:t>This shows how the system behaves under stress.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894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10285-85FC-B8B2-7DD4-A72AEB84F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JMeter  Load Test Result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B8DC4-2CC0-6CE0-0761-DA92ACCD1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Total Requests (500 Users) : 16,800 Throughput: 76.96 req/sec</a:t>
            </a:r>
          </a:p>
          <a:p>
            <a:r>
              <a:rPr lang="en-US" dirty="0"/>
              <a:t>Average Response Time(500 Users ) : 469 </a:t>
            </a:r>
            <a:r>
              <a:rPr lang="en-US" dirty="0" err="1"/>
              <a:t>ms</a:t>
            </a:r>
            <a:r>
              <a:rPr lang="en-US" dirty="0"/>
              <a:t> (acceptable overall)</a:t>
            </a:r>
          </a:p>
          <a:p>
            <a:r>
              <a:rPr lang="en-US" dirty="0"/>
              <a:t>Error Rate (500 Users) : 3.36% (high errors in login &amp; module samplers)</a:t>
            </a:r>
          </a:p>
          <a:p>
            <a:r>
              <a:rPr lang="en-US" dirty="0"/>
              <a:t>Slowest Sampler (500 User) : login-8 [18.9 sec, 100% errors]</a:t>
            </a:r>
          </a:p>
          <a:p>
            <a:r>
              <a:rPr lang="en-US" dirty="0"/>
              <a:t>Network Load(500 Users) : 832 KB/sec received, 94 KB/sec sent [healthy bandwidth usage]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233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A10700-81AE-E3A4-D88A-6AB21D1DC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0"/>
            <a:ext cx="9108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96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298</Words>
  <Application>Microsoft Office PowerPoint</Application>
  <PresentationFormat>On-screen Show (4:3)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Castellar</vt:lpstr>
      <vt:lpstr>Times New Roman</vt:lpstr>
      <vt:lpstr>Office Theme</vt:lpstr>
      <vt:lpstr>PowerPoint Presentation</vt:lpstr>
      <vt:lpstr>Performance Testing of User (Thread) Exam load Workflow in ePariksha online exam platform Using JMeter</vt:lpstr>
      <vt:lpstr>: Load Increase in JMeter for Student Workflows</vt:lpstr>
      <vt:lpstr>JMeter  Load Test Result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Vishvjeet . S . Chauhan</cp:lastModifiedBy>
  <cp:revision>19</cp:revision>
  <dcterms:created xsi:type="dcterms:W3CDTF">2026-02-05T19:22:45Z</dcterms:created>
  <dcterms:modified xsi:type="dcterms:W3CDTF">2026-02-06T09:12:36Z</dcterms:modified>
</cp:coreProperties>
</file>